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Format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5081B8"/>
              </a:solidFill>
              <a:effectLst/>
            </c:spPr>
          </c:dPt>
          <c:dPt>
            <c:idx val="1"/>
            <c:bubble3D val="0"/>
            <c:spPr>
              <a:solidFill>
                <a:srgbClr val="48BB78"/>
              </a:solidFill>
              <a:effectLst/>
            </c:spPr>
          </c:dPt>
          <c:dPt>
            <c:idx val="2"/>
            <c:bubble3D val="0"/>
            <c:spPr>
              <a:solidFill>
                <a:srgbClr val="ED8936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5F0E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5F0E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5F0E8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Reels (60-70%)</c:v>
                </c:pt>
                <c:pt idx="1">
                  <c:v>Carousels (25-30%)</c:v>
                </c:pt>
                <c:pt idx="2">
                  <c:v>Single Posts (5-10%)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65</c:v>
                </c:pt>
                <c:pt idx="1">
                  <c:v>27</c:v>
                </c:pt>
                <c:pt idx="2">
                  <c:v>8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F5F0E8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8046720" cy="18288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mv·inks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Comeback Strategie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&amp; Buchungen nach 6 Monaten Pause aufbauen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480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Mavie Sommerfeld  |  @mv.inks  |  Heeslingen &amp; Hamburg  |  März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Übersicht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1887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Ausgangssituation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18872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steht @mv.inks heute?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609344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66420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wurde erstellt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0" y="166420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strategische Dokumente im Detail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084832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3969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139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4-Wochen Content-Plan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0" y="213969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für Woche zum Comeback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2560320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61518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261518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 &amp; Strategie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2615184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funktioniert Instagram 2026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035808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9067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88720" y="309067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Reels, Hooks &amp; Storys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0" y="3090672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der Reichweite bringt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511296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5661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88720" y="35661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&amp; SEO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35661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Auffindbarkeit maximieren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3986784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404164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88720" y="40416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Wachstums-Roadmap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572000" y="404164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und Prognose für 6 Monate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48640" y="4462272"/>
            <a:ext cx="8046720" cy="0"/>
          </a:xfrm>
          <a:prstGeom prst="line">
            <a:avLst/>
          </a:prstGeom>
          <a:noFill/>
          <a:ln w="6350">
            <a:solidFill>
              <a:srgbClr val="1A3F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451713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88720" y="45171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Nächste Schritte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0" y="4517136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Sofort-Maßnahmen für den Start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Ausgangssituation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wir haben — und was fehlt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320040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0876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Herausforderungen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Monate keine Posts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 hat Account abgestraft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Follower-Engagement eingebrochen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konsistente Posting-Routine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noch nicht live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strukturierter Content-Plan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54880" y="1371600"/>
            <a:ext cx="3840480" cy="320040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5087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Vorhandene Assets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029200" y="201168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24+ Portfolio-Fotos (5 Stile)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Wanna-Do Designs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High-Res Projektfotos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Blog-Artikel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Videomaterial für Reels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echte Kundenbewertungen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wurde erstellt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spezialisierte Agenten — 5 strategische Dokumente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560320" cy="1554480"/>
          </a:xfrm>
          <a:prstGeom prst="rect">
            <a:avLst/>
          </a:prstGeom>
          <a:solidFill>
            <a:srgbClr val="0D101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Content-Kalender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Tag-für-Tag Plan für 4 Wochen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Assets, Uhrzeiten, Storys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instagram-content-kalender.md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371600"/>
            <a:ext cx="2560320" cy="1554480"/>
          </a:xfrm>
          <a:prstGeom prst="rect">
            <a:avLst/>
          </a:prstGeom>
          <a:solidFill>
            <a:srgbClr val="0D101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5087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Captions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 Texte, Hooks, CTAs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+ 150 Hashtags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52044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instagram-captions.md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217920" y="1371600"/>
            <a:ext cx="2560320" cy="1554480"/>
          </a:xfrm>
          <a:prstGeom prst="rect">
            <a:avLst/>
          </a:prstGeom>
          <a:solidFill>
            <a:srgbClr val="0D101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5087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20840" y="1463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Hooks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18745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Reel-Skripte, 50 Hooks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Story-Formate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355080" y="2560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instagram-reels-hooks.md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548640" y="3200400"/>
            <a:ext cx="2560320" cy="1554480"/>
          </a:xfrm>
          <a:prstGeom prst="rect">
            <a:avLst/>
          </a:prstGeom>
          <a:solidFill>
            <a:srgbClr val="0D101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375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5156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Wachstumsstrategie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Algorithmus, Engagement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KPIs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8580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instagram-wachstumsstrategie.md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383280" y="3200400"/>
            <a:ext cx="2560320" cy="1554480"/>
          </a:xfrm>
          <a:prstGeom prst="rect">
            <a:avLst/>
          </a:prstGeom>
          <a:solidFill>
            <a:srgbClr val="0D101B"/>
          </a:solidFill>
          <a:ln/>
          <a:effectLst>
            <a:outerShdw sx="100000" sy="100000" kx="0" ky="0" algn="bl" rotWithShape="0" blurRad="50800" dist="25400" dir="8100000">
              <a:srgbClr val="000000">
                <a:alpha val="2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33756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8620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 &amp; SEO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2044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Hashtags, 50 Keywords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Lokale SEO-Strategie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520440" y="43891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instagram-hashtag-seo.md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4-Wochen Content-Plan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März — 20. April 2026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1965960" cy="50292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5819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Comeback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24.–30. März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1965960" cy="228600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3774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Ich bin zurück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5 Stile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Mandala Highlight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Eigene Designs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14600" y="1371600"/>
            <a:ext cx="1965960" cy="5029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2" name="Text 10"/>
          <p:cNvSpPr/>
          <p:nvPr/>
        </p:nvSpPr>
        <p:spPr>
          <a:xfrm>
            <a:off x="251460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15819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Vertrauen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514600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 März – 6. April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14600" y="2286000"/>
            <a:ext cx="1965960" cy="228600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16" name="Text 14"/>
          <p:cNvSpPr/>
          <p:nvPr/>
        </p:nvSpPr>
        <p:spPr>
          <a:xfrm>
            <a:off x="2606040" y="23774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Healed Tattoos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Blackwork Statement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Erster Termin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Geometry Highlight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1965960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63440" y="15819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7.–13. April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63440" y="2286000"/>
            <a:ext cx="1965960" cy="228600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774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Wanna-Do Drop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FAQ beantwortet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Realistic Highlight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Design-Prozess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12280" y="1371600"/>
            <a:ext cx="1965960" cy="5029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3716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WOCHE 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12280" y="15819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192024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14.–20. April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12280" y="2286000"/>
            <a:ext cx="1965960" cy="228600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2377440"/>
            <a:ext cx="17830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Website Teaser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Carousel: mvinks.de Launch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Post: Kundenstimmen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Reel: Monatsrückblick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081B8"/>
                </a:solidFill>
              </a:rPr>
              <a:t>16 Posts</a:t>
            </a:r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</a:rPr>
              <a:t>  |  </a:t>
            </a:r>
            <a:pPr algn="ctr" indent="0" marL="0">
              <a:buNone/>
            </a:pPr>
            <a:r>
              <a:rPr lang="en-US" sz="1400" b="1" dirty="0">
                <a:solidFill>
                  <a:srgbClr val="48BB78"/>
                </a:solidFill>
              </a:rPr>
              <a:t>8 Reels</a:t>
            </a:r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</a:rPr>
              <a:t>  |  </a:t>
            </a:r>
            <a:pPr algn="ctr" indent="0" marL="0">
              <a:buNone/>
            </a:pPr>
            <a:r>
              <a:rPr lang="en-US" sz="1400" b="1" dirty="0">
                <a:solidFill>
                  <a:srgbClr val="ED8936"/>
                </a:solidFill>
              </a:rPr>
              <a:t>28 Story-Tage</a:t>
            </a:r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</a:rPr>
              <a:t>  |  </a:t>
            </a:r>
            <a:pPr algn="ctr" indent="0" marL="0">
              <a:buNone/>
            </a:pPr>
            <a:r>
              <a:rPr lang="en-US" sz="1400" b="1" dirty="0">
                <a:solidFill>
                  <a:srgbClr val="F56565"/>
                </a:solidFill>
              </a:rPr>
              <a:t>Tägliche Storys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Algorithmus-Strategie 2026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Ranking-Signale nach Gewicht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 / DMs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651760" y="1581912"/>
            <a:ext cx="3657600" cy="2286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7" name="Shape 5"/>
          <p:cNvSpPr/>
          <p:nvPr/>
        </p:nvSpPr>
        <p:spPr>
          <a:xfrm>
            <a:off x="2651760" y="1581912"/>
            <a:ext cx="3657600" cy="22860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8" name="Text 6"/>
          <p:cNvSpPr/>
          <p:nvPr/>
        </p:nvSpPr>
        <p:spPr>
          <a:xfrm>
            <a:off x="265176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98424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Time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51760" y="2057400"/>
            <a:ext cx="3200400" cy="22860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11" name="Shape 9"/>
          <p:cNvSpPr/>
          <p:nvPr/>
        </p:nvSpPr>
        <p:spPr>
          <a:xfrm>
            <a:off x="2651760" y="2057400"/>
            <a:ext cx="3200400" cy="22860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198424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hoch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5973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651760" y="2532888"/>
            <a:ext cx="3200400" cy="22860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15" name="Shape 13"/>
          <p:cNvSpPr/>
          <p:nvPr/>
        </p:nvSpPr>
        <p:spPr>
          <a:xfrm>
            <a:off x="2651760" y="2532888"/>
            <a:ext cx="3200400" cy="22860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16" name="Text 14"/>
          <p:cNvSpPr/>
          <p:nvPr/>
        </p:nvSpPr>
        <p:spPr>
          <a:xfrm>
            <a:off x="2651760" y="245973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Sehr hoch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29352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Kommentare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651760" y="3008376"/>
            <a:ext cx="2560320" cy="2286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9" name="Shape 17"/>
          <p:cNvSpPr/>
          <p:nvPr/>
        </p:nvSpPr>
        <p:spPr>
          <a:xfrm>
            <a:off x="2651760" y="3008376"/>
            <a:ext cx="2560320" cy="2286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0" name="Text 18"/>
          <p:cNvSpPr/>
          <p:nvPr/>
        </p:nvSpPr>
        <p:spPr>
          <a:xfrm>
            <a:off x="2651760" y="293522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Dwell Time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3483864"/>
            <a:ext cx="2560320" cy="2286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3" name="Shape 21"/>
          <p:cNvSpPr/>
          <p:nvPr/>
        </p:nvSpPr>
        <p:spPr>
          <a:xfrm>
            <a:off x="2651760" y="3483864"/>
            <a:ext cx="2560320" cy="22860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41071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Hoch (NEU)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8862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651760" y="3959352"/>
            <a:ext cx="1371600" cy="22860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27" name="Shape 25"/>
          <p:cNvSpPr/>
          <p:nvPr/>
        </p:nvSpPr>
        <p:spPr>
          <a:xfrm>
            <a:off x="2651760" y="3959352"/>
            <a:ext cx="1371600" cy="22860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28" name="Text 26"/>
          <p:cNvSpPr/>
          <p:nvPr/>
        </p:nvSpPr>
        <p:spPr>
          <a:xfrm>
            <a:off x="2651760" y="38862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Niedrig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120640" y="1005840"/>
            <a:ext cx="3566160" cy="1828800"/>
          </a:xfrm>
          <a:prstGeom prst="rect">
            <a:avLst/>
          </a:prstGeom>
          <a:solidFill>
            <a:srgbClr val="1A3F7A"/>
          </a:solidFill>
          <a:ln/>
        </p:spPr>
      </p:sp>
      <p:pic>
        <p:nvPicPr>
          <p:cNvPr id="3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143000"/>
            <a:ext cx="320040" cy="320040"/>
          </a:xfrm>
          <a:prstGeom prst="rect">
            <a:avLst/>
          </a:prstGeom>
        </p:spPr>
      </p:pic>
      <p:sp>
        <p:nvSpPr>
          <p:cNvPr id="31" name="Text 28"/>
          <p:cNvSpPr/>
          <p:nvPr/>
        </p:nvSpPr>
        <p:spPr>
          <a:xfrm>
            <a:off x="57150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Entscheidende Erkenntnis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303520" y="1600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Reel das 50x per DM geteilt wird, schlägt ein Reel mit 500 Likes. Content muss zum Teilen und Speichern motivieren.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48640" y="3840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3-Phasen Comeback-Frequenz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548640" y="4251960"/>
            <a:ext cx="2560320" cy="73152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35" name="Text 32"/>
          <p:cNvSpPr/>
          <p:nvPr/>
        </p:nvSpPr>
        <p:spPr>
          <a:xfrm>
            <a:off x="640080" y="4279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(Woche 1-2)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Post/Tag + 3-5 Storys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40080" y="4681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Algorithmus reaktivieren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383280" y="4251960"/>
            <a:ext cx="2560320" cy="73152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39" name="Text 36"/>
          <p:cNvSpPr/>
          <p:nvPr/>
        </p:nvSpPr>
        <p:spPr>
          <a:xfrm>
            <a:off x="3474720" y="4279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(Woche 3-8)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47472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4-5 Posts/Woche + 5-7 Storys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3474720" y="4681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stabilisieren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6217920" y="4251960"/>
            <a:ext cx="2560320" cy="73152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43" name="Text 40"/>
          <p:cNvSpPr/>
          <p:nvPr/>
        </p:nvSpPr>
        <p:spPr>
          <a:xfrm>
            <a:off x="6309360" y="42793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(ab Monat 3)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309360" y="448056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 Posts/Woche + Live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309360" y="4681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Wachstum skalieren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Content-Pillars &amp; Format-Mix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97280"/>
          <a:ext cx="3200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3931920" y="1005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Content-Säulen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93192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35%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66344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663440" y="17647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Fertige Arbeiten, Ergebnisse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2002536"/>
            <a:ext cx="384048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0" name="Shape 7"/>
          <p:cNvSpPr/>
          <p:nvPr/>
        </p:nvSpPr>
        <p:spPr>
          <a:xfrm>
            <a:off x="4663440" y="2002536"/>
            <a:ext cx="3830879" cy="36576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11" name="Text 8"/>
          <p:cNvSpPr/>
          <p:nvPr/>
        </p:nvSpPr>
        <p:spPr>
          <a:xfrm>
            <a:off x="3931920" y="2130552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4663440" y="21305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Prozess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663440" y="23865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Scenes, Entstehung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2624328"/>
            <a:ext cx="384048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15" name="Shape 12"/>
          <p:cNvSpPr/>
          <p:nvPr/>
        </p:nvSpPr>
        <p:spPr>
          <a:xfrm>
            <a:off x="4663440" y="2624328"/>
            <a:ext cx="3283610" cy="36576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0" y="2752344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4663440" y="275234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Wissen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63440" y="300837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Pflege, FAQ, Tipps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663440" y="3246120"/>
            <a:ext cx="384048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3440" y="3246120"/>
            <a:ext cx="1641805" cy="36576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1" name="Text 18"/>
          <p:cNvSpPr/>
          <p:nvPr/>
        </p:nvSpPr>
        <p:spPr>
          <a:xfrm>
            <a:off x="3931920" y="3374136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663440" y="337413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663440" y="3630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Alltag, Studio, Persönlichkeit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663440" y="3867912"/>
            <a:ext cx="384048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25" name="Shape 22"/>
          <p:cNvSpPr/>
          <p:nvPr/>
        </p:nvSpPr>
        <p:spPr>
          <a:xfrm>
            <a:off x="4663440" y="3867912"/>
            <a:ext cx="1641805" cy="36576"/>
          </a:xfrm>
          <a:prstGeom prst="rect">
            <a:avLst/>
          </a:prstGeom>
          <a:solidFill>
            <a:srgbClr val="9F7AEA"/>
          </a:solidFill>
          <a:ln/>
        </p:spPr>
      </p:sp>
      <p:sp>
        <p:nvSpPr>
          <p:cNvPr id="26" name="Text 23"/>
          <p:cNvSpPr/>
          <p:nvPr/>
        </p:nvSpPr>
        <p:spPr>
          <a:xfrm>
            <a:off x="3931920" y="3995928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</a:t>
            </a:r>
            <a:endParaRPr lang="en-US" sz="1800" dirty="0"/>
          </a:p>
        </p:txBody>
      </p:sp>
      <p:sp>
        <p:nvSpPr>
          <p:cNvPr id="27" name="Text 24"/>
          <p:cNvSpPr/>
          <p:nvPr/>
        </p:nvSpPr>
        <p:spPr>
          <a:xfrm>
            <a:off x="466344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663440" y="425196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Kundenstimmen, Bewertungen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663440" y="4489704"/>
            <a:ext cx="3840480" cy="36576"/>
          </a:xfrm>
          <a:prstGeom prst="rect">
            <a:avLst/>
          </a:prstGeom>
          <a:solidFill>
            <a:srgbClr val="4A5568"/>
          </a:solidFill>
          <a:ln/>
        </p:spPr>
      </p:sp>
      <p:sp>
        <p:nvSpPr>
          <p:cNvPr id="30" name="Shape 27"/>
          <p:cNvSpPr/>
          <p:nvPr/>
        </p:nvSpPr>
        <p:spPr>
          <a:xfrm>
            <a:off x="4663440" y="4489704"/>
            <a:ext cx="547268" cy="36576"/>
          </a:xfrm>
          <a:prstGeom prst="rect">
            <a:avLst/>
          </a:prstGeom>
          <a:solidFill>
            <a:srgbClr val="F56565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Reels &amp; Hook-Strategie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produktionsfertige Skripte + 50 Hooks in 5 Kategorien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Reel-Skripte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187452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"Ich bin zurück" — Comeback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Behind the Scenes im Studio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Tätowier-Prozess (Skizze→Fertig)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Detail-Aufnahmen (Macro-Shots)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Ein Tag als Tätowiererin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Kundenstimmen visuell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Website-Launch Reveal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Was kommt als nächstes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338328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4173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1417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Hooks — 5 Kategorien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4937760" y="19202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Neugier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937760" y="214884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ging anders aus als geplant…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37760" y="24505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Mehrwert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937760" y="267919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das NICHT nach deinem Tattoo…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98094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937760" y="320954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Würdest du das tragen?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937760" y="351129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Persönlich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4937760" y="373989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 6 Monaten Pause…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937760" y="4041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 Do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4937760" y="427024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 traut sich das?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548640" y="47548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 wiederkehrende Story-Formate für tägliche Routine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Hashtag &amp; Instagram SEO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10972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5081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recherchiert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97480" y="1097280"/>
            <a:ext cx="1920240" cy="10972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8" name="Text 6"/>
          <p:cNvSpPr/>
          <p:nvPr/>
        </p:nvSpPr>
        <p:spPr>
          <a:xfrm>
            <a:off x="269748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8BB7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69748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identifiziert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46320" y="1097280"/>
            <a:ext cx="1920240" cy="10972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D89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Rotierende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95160" y="1097280"/>
            <a:ext cx="1920240" cy="10972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14" name="Text 12"/>
          <p:cNvSpPr/>
          <p:nvPr/>
        </p:nvSpPr>
        <p:spPr>
          <a:xfrm>
            <a:off x="6995160" y="11430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F7A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95160" y="1691640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Hashtag-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Kategorien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468880"/>
            <a:ext cx="8046720" cy="914400"/>
          </a:xfrm>
          <a:prstGeom prst="rect">
            <a:avLst/>
          </a:prstGeom>
          <a:solidFill>
            <a:srgbClr val="1A3F7A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0604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97280" y="2560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2026: Caption-SEO ist wichtiger als Hashtags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2880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 direkt in Captions integrieren statt 30 Hashtags. Nur noch 5-8 gezielte Hashtags pro Post. Anzeigename auf "mv·inks | Tattoo Hamburg" ändern — größter Quick Win.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48640" y="3611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Hashtag-Sets (rotierend)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48640" y="4023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Mandala / Geometry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2651760" y="402336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#mandalatattoo #geometrictattoo #sacredgeometry...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48640" y="42428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Blackwork / Abstract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651760" y="424281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#blackworktattoo #darkartists #btattooing...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48640" y="44622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/ Floral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2651760" y="446227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#realistictattoo #floraltattoo #botanicaltattoo...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548640" y="46817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Lokal Hamburg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2651760" y="468172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#tattoohamburg #tattookuenstlerin #tattooniedersachsen...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548640" y="49011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Scenes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2651760" y="49011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#tattooartist #studiolife #behindthescenes...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Wachstums-Roadmap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Realistische Prognose für 6 Monate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0" cy="29260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1–3: Fundament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pro Reel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10896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500–2.000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404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108960" y="2404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4–7%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24912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843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Follower/Woche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108960" y="2843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63824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Buchungsanfragen/Woche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08960" y="3282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2–5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02736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Views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08960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100–300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3840480" cy="292608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Monat 4–6: Wachstum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19659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Reichweite pro Reel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196596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2.000–10.000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286000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40487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Rate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0" y="240487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5–8%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2724912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284378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Neue Follower/Woche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84378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60–150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937760" y="3163824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282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Buchungsanfragen/Woche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315200" y="328269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937760" y="3602736"/>
            <a:ext cx="3474720" cy="0"/>
          </a:xfrm>
          <a:prstGeom prst="line">
            <a:avLst/>
          </a:prstGeom>
          <a:noFill/>
          <a:ln w="6350">
            <a:solidFill>
              <a:srgbClr val="4A556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72160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Views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315200" y="372160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F7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300–800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480560"/>
            <a:ext cx="8046720" cy="502920"/>
          </a:xfrm>
          <a:prstGeom prst="rect">
            <a:avLst/>
          </a:prstGeom>
          <a:solidFill>
            <a:srgbClr val="1A3F7A"/>
          </a:solidFill>
          <a:ln/>
        </p:spPr>
      </p:sp>
      <p:pic>
        <p:nvPicPr>
          <p:cNvPr id="3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4553712"/>
            <a:ext cx="274320" cy="274320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1828800" y="45262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Prognose: +1.000–1.500 neue Follower in 6 Monaten bei konsequenter Umsetzung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Profil-Optimierung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840480" cy="256032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Optimierte Bio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</a:rPr>
              <a:t>Anzeigename: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8BB78"/>
                </a:solidFill>
              </a:rPr>
              <a:t>mv·inks | Tattoo Hamburg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5F0E8"/>
                </a:solidFill>
              </a:rPr>
              <a:t>Bio-Text: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</a:rPr>
              <a:t>Tattoo Artist | Custom Only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</a:rPr>
              <a:t>Mandala · Geometry · Blackwork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</a:rPr>
              <a:t>Heeslingen &amp; Hamburg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</a:rPr>
              <a:t>Books open — Termine anfragen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5081B8"/>
                </a:solidFill>
              </a:rPr>
              <a:t>mvinks.de/anfrage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754880" y="1097280"/>
            <a:ext cx="3840480" cy="2560320"/>
          </a:xfrm>
          <a:prstGeom prst="rect">
            <a:avLst/>
          </a:prstGeom>
          <a:solidFill>
            <a:srgbClr val="0D101B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23444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03520" y="12344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Story-Highlights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4937760" y="169164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0" y="169164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Beste Arbeiten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937760" y="19293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WANNA DOS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6400800" y="192938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Verfügbare Designs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937760" y="216712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BUCHEN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6400800" y="21671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Buchungsanleitung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2404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PFLEGE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400800" y="240487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Aftercare Guide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937760" y="2642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6400800" y="2642616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Häufige Fragen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937760" y="28803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6400800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Heeslingen &amp; Hamburg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4937760" y="311810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400800" y="311810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Kundenstimmen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937760" y="33558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0" y="335584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 Mavie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548640" y="39319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Tägliche Routine: 30 Minuten Community-Engagement</a:t>
            </a:r>
            <a:endParaRPr lang="en-US" sz="1400" dirty="0"/>
          </a:p>
        </p:txBody>
      </p:sp>
      <p:sp>
        <p:nvSpPr>
          <p:cNvPr id="28" name="Shape 24"/>
          <p:cNvSpPr/>
          <p:nvPr/>
        </p:nvSpPr>
        <p:spPr>
          <a:xfrm>
            <a:off x="548640" y="4343400"/>
            <a:ext cx="2560320" cy="59436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29" name="Text 25"/>
          <p:cNvSpPr/>
          <p:nvPr/>
        </p:nvSpPr>
        <p:spPr>
          <a:xfrm>
            <a:off x="64008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64008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Follower-Storys anschauen &amp; reagieren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3383280" y="4343400"/>
            <a:ext cx="2560320" cy="59436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32" name="Text 28"/>
          <p:cNvSpPr/>
          <p:nvPr/>
        </p:nvSpPr>
        <p:spPr>
          <a:xfrm>
            <a:off x="347472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400" dirty="0"/>
          </a:p>
        </p:txBody>
      </p:sp>
      <p:sp>
        <p:nvSpPr>
          <p:cNvPr id="33" name="Text 29"/>
          <p:cNvSpPr/>
          <p:nvPr/>
        </p:nvSpPr>
        <p:spPr>
          <a:xfrm>
            <a:off x="347472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10-15 sinnvolle Kommentare bei relevanten Accounts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217920" y="4343400"/>
            <a:ext cx="2560320" cy="594360"/>
          </a:xfrm>
          <a:prstGeom prst="rect">
            <a:avLst/>
          </a:prstGeom>
          <a:solidFill>
            <a:srgbClr val="0D101B"/>
          </a:solidFill>
          <a:ln/>
        </p:spPr>
      </p:sp>
      <p:sp>
        <p:nvSpPr>
          <p:cNvPr id="35" name="Text 31"/>
          <p:cNvSpPr/>
          <p:nvPr/>
        </p:nvSpPr>
        <p:spPr>
          <a:xfrm>
            <a:off x="6309360" y="43708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6309360" y="4590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beantworten, Anfragen weiterleiten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jetzt sofort passieren muss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16736"/>
            <a:ext cx="1097280" cy="2743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29844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28800" y="1280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optimieren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Anzeigename auf "mv·inks | Tattoo Hamburg" ändern. Bio updaten. Profilbild prüfen.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856232"/>
            <a:ext cx="8046720" cy="0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1929384"/>
            <a:ext cx="1097280" cy="274320"/>
          </a:xfrm>
          <a:prstGeom prst="rect">
            <a:avLst/>
          </a:prstGeom>
          <a:solidFill>
            <a:srgbClr val="F56565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110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65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SOFORT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28800" y="1892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Highlights anlegen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16712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Highlight-Cover erstellen: Portfolio, Wanna Dos, Buchen, Pflege, FAQ, Studio, Reviews, About 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68880"/>
            <a:ext cx="8046720" cy="0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42032"/>
            <a:ext cx="1097280" cy="2743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52374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D89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DIESE WOCHE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50545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Teaser-Storys starten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28800" y="277977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dem ersten Post: Story-Countdown, "Ich bin zurück"-Teaser, Frage-Sticker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081528"/>
            <a:ext cx="8046720" cy="0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154680"/>
            <a:ext cx="1097280" cy="274320"/>
          </a:xfrm>
          <a:prstGeom prst="rect">
            <a:avLst/>
          </a:prstGeom>
          <a:solidFill>
            <a:srgbClr val="5081B8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13639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 MÄRZ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828800" y="3118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Comeback-Reel posten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28800" y="339242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Erstes Reel nach dem Skript. 19:00 Uhr. Sofort auf alle Kommentare antworten.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694176"/>
            <a:ext cx="8046720" cy="0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8640" y="3767328"/>
            <a:ext cx="1097280" cy="2743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749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28800" y="37307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Content-Kalender abarbeiten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828800" y="4005072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Wochen durchziehen. Konsistenz ist wichtiger als Perfektion.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48640" y="4306824"/>
            <a:ext cx="8046720" cy="0"/>
          </a:xfrm>
          <a:prstGeom prst="line">
            <a:avLst/>
          </a:prstGeom>
          <a:noFill/>
          <a:ln w="3810">
            <a:solidFill>
              <a:srgbClr val="4A556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4379976"/>
            <a:ext cx="1097280" cy="274320"/>
          </a:xfrm>
          <a:prstGeom prst="rect">
            <a:avLst/>
          </a:prstGeom>
          <a:solidFill>
            <a:srgbClr val="48BB78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6168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8B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LAUFEND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828800" y="4343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Min/Tag Community-Arbeit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828800" y="461772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Kommentieren, DMs beantworten, bei anderen Accounts interagieren.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A3F7A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F0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mv·inks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081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steht bereit.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Dokumente  ·  16 Captions  ·  8 Reel-Skripte  ·  50 Hooks  ·  150 Hashtags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200400"/>
            <a:ext cx="2743200" cy="0"/>
          </a:xfrm>
          <a:prstGeom prst="line">
            <a:avLst/>
          </a:prstGeom>
          <a:noFill/>
          <a:ln w="12700">
            <a:solidFill>
              <a:srgbClr val="5081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474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24. März 2026  ·  Konsistenz schlägt Perfektion.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@mv.inks  ·  mvinks.de  ·  Mavie Sommerfeld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mv·inks Instagram Comeback Strategie</dc:title>
  <dc:subject>PptxGenJS Presentation</dc:subject>
  <dc:creator>Claude Code</dc:creator>
  <cp:lastModifiedBy>Claude Code</cp:lastModifiedBy>
  <cp:revision>1</cp:revision>
  <dcterms:created xsi:type="dcterms:W3CDTF">2026-03-21T17:14:23Z</dcterms:created>
  <dcterms:modified xsi:type="dcterms:W3CDTF">2026-03-21T17:14:23Z</dcterms:modified>
</cp:coreProperties>
</file>